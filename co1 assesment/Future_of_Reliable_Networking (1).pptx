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100584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55448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228600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265176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329184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9674352" y="1078992"/>
            <a:ext cx="1005840" cy="54864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80192" y="1627632"/>
            <a:ext cx="457200" cy="109728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74352" y="1078992"/>
            <a:ext cx="365760" cy="128016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40112" y="2359152"/>
            <a:ext cx="365760" cy="100584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40112" y="2359152"/>
            <a:ext cx="1097280" cy="36576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LAYER 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187452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Reliable Networking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94360" y="30632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Traditional OSI Model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21792" y="4160520"/>
            <a:ext cx="23774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389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intent-driven, AI-native, and programmable architectures are redefining reliability for a post-OSI internet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NETWORKING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IS STRAINING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Layers Weren't Built for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layering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49631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layer boundaries slow cross-layer optimization that modern low-latency apps need.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85" y="23031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sprawl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49631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containers, and service meshes blur where 'the network' even begins.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43605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87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IoT scale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55371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intermittently-connected devices break assumptions of stable end-to-end paths.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93192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206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385" y="436054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87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an afterthought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23760" y="455371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was bolted on layer-by-layer instead of designed in from the start.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NETWORKING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REPLACING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Paradigms Shaping Next-Gen Networks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2606040" cy="109728"/>
          </a:xfrm>
          <a:prstGeom prst="roundRect">
            <a:avLst>
              <a:gd name="adj" fmla="val 100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ons/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346" y="251688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Networking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411480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declare desired outcomes; the network continuously computes and enforces the config to match.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196596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5400000">
              <a:srgbClr val="1B2A4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1965960"/>
            <a:ext cx="2606040" cy="10972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4302252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18" y="2516886"/>
            <a:ext cx="452628" cy="4526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3383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Operations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411480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ML predicts congestion, reroutes traffic, and self-heals before users notice a fault.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2784" y="196596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5400000">
              <a:srgbClr val="1B2A4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1965960"/>
            <a:ext cx="2606040" cy="10972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7164324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90" y="2516886"/>
            <a:ext cx="452628" cy="4526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55664" y="3383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Data Planes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73952" y="411480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and SmartNICs let logic move directly into silicon, collapsing rigid layer boundaries.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34856" y="196596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5400000">
              <a:srgbClr val="1B2A4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34856" y="1965960"/>
            <a:ext cx="2606040" cy="109728"/>
          </a:xfrm>
          <a:prstGeom prst="roundRect">
            <a:avLst>
              <a:gd name="adj" fmla="val 100000"/>
            </a:avLst>
          </a:prstGeom>
          <a:solidFill>
            <a:srgbClr val="065A82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26396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/home/claude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562" y="2516886"/>
            <a:ext cx="452628" cy="4526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17736" y="3383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Fabric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36024" y="411480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policy travel with every packet, replacing perimeter-based, layer-bound trust.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NETWORKING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RELIABILITY MEANS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Redefined for a Post-OSI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480560" cy="1600200"/>
          </a:xfrm>
          <a:prstGeom prst="roundRect">
            <a:avLst>
              <a:gd name="adj" fmla="val 685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305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end-to-end latency for 6G &amp; holographic apps, unattainable with static layer negotiation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4480560" cy="1600200"/>
          </a:xfrm>
          <a:prstGeom prst="roundRect">
            <a:avLst>
              <a:gd name="adj" fmla="val 6857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99.9999%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expected from self-healing, AI-orchestrated fabrics in critical infrastructure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49240" y="19659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/home/claude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119" y="2140839"/>
            <a:ext cx="427482" cy="42748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0" y="19476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performance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2313432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networking and segment routing guarantee latency, not just best-effort delivery.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49240" y="313639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1" descr="/home/claude/icons/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119" y="3311271"/>
            <a:ext cx="427482" cy="4274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9360" y="311810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Silicon-speed telemetry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09360" y="3483864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In-band network telemetry gives per-packet visibility, replacing coarse layer-by-layer polling.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349240" y="4306824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/home/claude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119" y="4481703"/>
            <a:ext cx="427482" cy="4274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428853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remediation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09360" y="465429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simulate changes before rollout; closed-loop systems act without waiting on a human.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NETWORKING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6400800" cy="64008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Reference Model to Living Fabric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60120" y="2606040"/>
            <a:ext cx="105613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01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Overlay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9136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SDN, SD-WAN, and telemetry layered on top of OSI to patch its blind spots.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286000"/>
            <a:ext cx="640080" cy="640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3401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&amp; Automation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9136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Policy-driven, AI-assisted networks that configure and heal themselves in real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286000"/>
            <a:ext cx="640080" cy="640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3401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Converged Fabric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9136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connectivity, and security fuse into one adaptive, layer-agnostic substrate.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5989320"/>
            <a:ext cx="2377440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will no longer live in a layer — it will be a property of the whole system.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NETWORKING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2026-07-15T05:27:03Z</dcterms:created>
  <dcterms:modified xsi:type="dcterms:W3CDTF">2026-07-15T05:27:03Z</dcterms:modified>
</cp:coreProperties>
</file>